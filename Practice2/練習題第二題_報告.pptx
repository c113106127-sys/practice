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2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77BACD-5E85-8392-6425-B5A6A7D0E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5920D4E-BECD-66F6-DE48-94C928C09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74254F-5864-A255-FD98-0054C5762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D528-A2DB-4E43-ABE2-7A743BF02F6F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AB2CF4-11D6-F027-445F-D38D0F597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DCE651-5B2D-282E-CF95-8E5AA6AE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9A21-94B4-4FBE-B1CB-BFF4B29946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712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E0A1D7-30D0-4016-BE00-B63E73B9B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F3AC5A-6A89-6C69-CB83-7C882962F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B69B27-3B26-0211-E1BB-97BA3AA34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D528-A2DB-4E43-ABE2-7A743BF02F6F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69D431-4DD2-336B-617D-4A163065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8C41A3-4D8F-32E0-0693-901728F0E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9A21-94B4-4FBE-B1CB-BFF4B29946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92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4B183E-2091-80A8-F6B2-2E6616442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B7DC70-7AFB-592E-9BFB-7690795F8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F783ED-05C4-A04F-1D4C-7DA813B0C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D528-A2DB-4E43-ABE2-7A743BF02F6F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AB3E88-0A21-DA96-9207-4CEBA88F0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F33C28-446C-80E4-F4B0-7F7E91D2C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9A21-94B4-4FBE-B1CB-BFF4B29946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342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98DF82-A606-4BD6-8E8B-4B87F404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6FE24A-FAD6-69FC-E380-82955AAFD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683AE37-4752-A42C-C1DB-249080728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77D3FD-821D-EA59-AD7B-61019D664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D528-A2DB-4E43-ABE2-7A743BF02F6F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B9D2CE-0A72-1BC9-B26E-E725CBBC4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FB4ACBB-919A-A7A8-F194-B4C23C0E0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9A21-94B4-4FBE-B1CB-BFF4B29946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6080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07D849-D2C3-BC02-7927-9A4AD4990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8B4CED-56E4-D47C-17E5-FEAB41654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9F6CE94-EE3A-EA5C-4E85-A8E6E7CC7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37AF11F-AA18-D115-B104-FCAFB3D70A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9697968-BE46-195A-F16F-7E3EB09B9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4BBE8A5-0FDD-3DF1-C86C-6749B419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D528-A2DB-4E43-ABE2-7A743BF02F6F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3BC892D-B94A-5EA8-7AC1-919DA9F1C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A5C630B-1D88-CEF1-C1FB-D18B7F5E8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9A21-94B4-4FBE-B1CB-BFF4B29946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999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D3C10-9909-42A2-B3EE-F6E2406D7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A52C47A-025D-AD20-6F50-6821343A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D528-A2DB-4E43-ABE2-7A743BF02F6F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C70FAB1-18A2-40D8-F5C7-BEDFEF79E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9B4EB1-7B16-45D8-2F41-097A71F7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9A21-94B4-4FBE-B1CB-BFF4B29946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9533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C4F73E3-ED6D-B668-BEB9-D42520A48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D528-A2DB-4E43-ABE2-7A743BF02F6F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ACB2655-64EF-88C4-C73B-D98DBC17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4C4083-9678-F24C-904F-840C1843D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9A21-94B4-4FBE-B1CB-BFF4B29946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183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9F7982-74ED-BFCA-BB8E-21627B46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CD8674-06D3-DE9E-A0E9-9D978079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F15028C-68C8-7DE2-086F-A5E9C225F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E2E4892-FDEB-A460-6418-86176A967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D528-A2DB-4E43-ABE2-7A743BF02F6F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9EF515-89C6-3CA4-465D-09DBBA32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D76BCF-ECCA-A0B2-12C9-0D996A81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9A21-94B4-4FBE-B1CB-BFF4B29946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7838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F3BFDC-1B24-248F-285E-B65351B10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EABF390-08E2-B435-DAFE-79CD7537A5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9F87754-73E0-C467-B299-D8E528DC6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BC1B6F4-7622-5368-D7AC-55D47B40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D528-A2DB-4E43-ABE2-7A743BF02F6F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D2A48F-740B-6B91-D0BA-84F49559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6B1E587-BEF7-70CB-E044-5093C454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9A21-94B4-4FBE-B1CB-BFF4B29946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30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B02D5A-8B06-2A76-0E06-4493308AB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C836678-7E7D-4FC9-DEEC-BFC804A3F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A47D0B-ADB3-8AE0-A29D-C723CD15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D528-A2DB-4E43-ABE2-7A743BF02F6F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4FE272-AA47-0559-8053-A0AEC892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F13F7A-EA2B-F5B3-05EC-008F126E9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9A21-94B4-4FBE-B1CB-BFF4B29946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4605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C459B36-3D3F-5124-2594-3AD1412E29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6367B2A-E3A3-340A-6534-D04067AA2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56B3C2-2CBD-DB78-4693-101830CF9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D528-A2DB-4E43-ABE2-7A743BF02F6F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1F990F-E1E9-2A5E-C845-31A41B10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DCE2EE-112B-D85A-C049-E7CEA6FB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9A21-94B4-4FBE-B1CB-BFF4B29946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9253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3AAE3AF-1D63-73F6-F172-B2663D6E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09C6434-6B7B-670C-B255-81FD12A3D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48B296-9EAE-5B56-2BE1-B5C74D96D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6D528-A2DB-4E43-ABE2-7A743BF02F6F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4CF2B2-EA8C-C587-EA02-0AAB7577D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7CEDBD-263B-534B-5BF3-EC98041AE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D9A21-94B4-4FBE-B1CB-BFF4B29946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206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27D2A7C-90DB-11EF-8194-D7D6FEDF3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55" y="418680"/>
            <a:ext cx="10488489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58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雞排 五香</dc:creator>
  <cp:lastModifiedBy>雞排 五香</cp:lastModifiedBy>
  <cp:revision>2</cp:revision>
  <dcterms:created xsi:type="dcterms:W3CDTF">2025-12-03T12:38:52Z</dcterms:created>
  <dcterms:modified xsi:type="dcterms:W3CDTF">2025-12-11T11:10:04Z</dcterms:modified>
</cp:coreProperties>
</file>