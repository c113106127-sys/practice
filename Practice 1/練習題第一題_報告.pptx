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92" d="100"/>
          <a:sy n="92" d="100"/>
        </p:scale>
        <p:origin x="106" y="17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DA5E318-A289-D49A-D161-7BDBB87E78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3802700-CB43-CC20-ABEA-FC889EB9C3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36FB7FD-AA84-BF38-B44A-2FDF628C84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04E8E-60A2-4B31-8C21-6CF5FFA9841B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B743DBE-CC94-8850-0AED-FE4C5F5A82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219E244-7BC7-D869-0AF7-949BB9BC0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B94AE-5C4C-4169-94EF-864926C2E3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922576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687ADAE-D9B1-9744-29B7-8401BBFBA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428592F-7E97-F50D-111B-F0DBE13647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50FB471-B684-D298-5A5F-8CEFA9306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04E8E-60A2-4B31-8C21-6CF5FFA9841B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51D2B9-320A-5173-F281-6A096FA86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C1EACF6-B2C3-B483-6E23-3429776A2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B94AE-5C4C-4169-94EF-864926C2E3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5017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9EBA63-F456-DF51-9205-6842DC51E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050A04D-22DD-0928-50EF-52CCE5FAE1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4F841EF-50F8-C40D-29D2-A2703FFD73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04E8E-60A2-4B31-8C21-6CF5FFA9841B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954FD400-E8AB-0748-27B1-09A6422C72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7B94AFF-5A8A-AF3D-B5E0-F025798686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B94AE-5C4C-4169-94EF-864926C2E3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15484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33D8228-D194-2BF4-6066-24F3A79A9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380D49A-12A0-FDAF-D747-2B1CEE4134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91201CE-1AF5-54BE-7EEA-EB4202B77D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7AC63DA-78DE-011C-4B5B-D7529ADEA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04E8E-60A2-4B31-8C21-6CF5FFA9841B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645094C0-E2AA-425F-85F9-C36E79F42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F2034D10-0234-354F-4A12-215B608A5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B94AE-5C4C-4169-94EF-864926C2E3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96687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F18F484-927D-CEE6-2B8B-DEF582D9B8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A930199C-342C-8455-4EA3-C10FDDAD97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7181BD12-A1C2-C4CE-3B42-836913D685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2DDC9611-98E0-EC5D-D935-3090B0A437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F400394A-2D91-BED7-6BF3-C6CA0BDD1AF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9D4CA278-3A63-859C-00D3-3607B3A9C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04E8E-60A2-4B31-8C21-6CF5FFA9841B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D972F9C-9BD1-F68F-8FAA-4845F382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93AFBC7F-E2D7-540C-2513-5B99F7041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B94AE-5C4C-4169-94EF-864926C2E3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64266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850D599-60AA-1826-9BD0-B2F81256F5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D430970-CCA3-A432-AC78-2BBF345DA6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04E8E-60A2-4B31-8C21-6CF5FFA9841B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47B4A06-CA54-C4FD-51B4-E5173E3A39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FEBF78E-766F-8D47-3C6C-A60CD0586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B94AE-5C4C-4169-94EF-864926C2E3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704976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C59A137-C53C-1324-E4ED-D00EAEF0B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04E8E-60A2-4B31-8C21-6CF5FFA9841B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23066869-0788-631B-CDC4-04119273E0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EBA6D2E-3033-7007-BFF9-2DAE5D135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B94AE-5C4C-4169-94EF-864926C2E3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449970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583B37E-5934-F420-6FA6-29AF78E959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A15D2C7-C6A2-12AF-F2BB-19F5940FC0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2ABA4D5-2E23-295B-EB3C-CFF3DDDDCD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641A6FB-5696-14D6-6630-0C0E005164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04E8E-60A2-4B31-8C21-6CF5FFA9841B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58185E89-54C8-A7B5-DC22-2AF52751A0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7930D45-655F-A5C5-B160-B279982FC1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B94AE-5C4C-4169-94EF-864926C2E3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4677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B183083-56DD-F196-7ACC-FBB389DBD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9D7FCDF3-FE4A-42CC-7EF1-3E6F279C97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4465F10B-6A76-7B15-8EC0-151F8625D7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AFE8A392-EE35-28B3-4BED-3DFC2B398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04E8E-60A2-4B31-8C21-6CF5FFA9841B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0AA9AC8-2502-90F1-DB03-BDFE01A1E4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869D028-627B-55DF-5DD2-AE5649E645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B94AE-5C4C-4169-94EF-864926C2E3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6849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814DDF0-BB56-A571-E19C-463D36334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E8EAC1A7-A805-91C5-FF32-821E8200B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044AC55-B52A-80EF-83D3-18E4465F3A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04E8E-60A2-4B31-8C21-6CF5FFA9841B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457D4F4-871E-99A6-46D5-81474CC3E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F299D99-51A5-8A07-2849-00FAA9A8E4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B94AE-5C4C-4169-94EF-864926C2E3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25947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0387459-4159-0752-5C09-256CB04A00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E4D695F-7B77-7152-1339-1711D7B4E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D0C3360-B693-08D4-59FA-9B5493360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904E8E-60A2-4B31-8C21-6CF5FFA9841B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865CC74-2DCB-ED0D-EB49-97ED4DFCF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1E22B6A-FF83-EAE5-940A-5F48D16824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AB94AE-5C4C-4169-94EF-864926C2E3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31898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8A24A93-3501-5084-63C8-B70FC6D49A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03318A8-4630-20FA-5B89-5904F4C41E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219B365-2657-9031-3972-3057FA687D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904E8E-60A2-4B31-8C21-6CF5FFA9841B}" type="datetimeFigureOut">
              <a:rPr lang="zh-TW" altLang="en-US" smtClean="0"/>
              <a:t>2025/11/20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32E1489-3E1C-80CC-7F33-04C7E0F8AE3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84077F90-325A-6485-3E32-025FB55F89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AB94AE-5C4C-4169-94EF-864926C2E39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528925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0083D939-8D2C-37C6-3DB9-E869000709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14742"/>
            <a:ext cx="12192000" cy="4828515"/>
          </a:xfrm>
          <a:prstGeom prst="rect">
            <a:avLst/>
          </a:prstGeom>
        </p:spPr>
      </p:pic>
      <p:pic>
        <p:nvPicPr>
          <p:cNvPr id="3" name="圖片 2">
            <a:extLst>
              <a:ext uri="{FF2B5EF4-FFF2-40B4-BE49-F238E27FC236}">
                <a16:creationId xmlns:a16="http://schemas.microsoft.com/office/drawing/2014/main" id="{172D8D75-72A8-59BD-A5C2-9B8F19E28B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26715"/>
            <a:ext cx="12192000" cy="5404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3267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70A0B580-5796-4429-A2C6-2E492D00FA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016" y="0"/>
            <a:ext cx="1115796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2035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5F5584A7-FE4E-BFBB-C664-9F849369A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0"/>
            <a:ext cx="12192000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2536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1E244971-BFAE-8D66-73FB-6D7003A501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369" y="0"/>
            <a:ext cx="100812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86472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寬螢幕</PresentationFormat>
  <Paragraphs>0</Paragraphs>
  <Slides>4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雞排 五香</dc:creator>
  <cp:lastModifiedBy>雞排 五香</cp:lastModifiedBy>
  <cp:revision>2</cp:revision>
  <dcterms:created xsi:type="dcterms:W3CDTF">2025-11-19T12:35:50Z</dcterms:created>
  <dcterms:modified xsi:type="dcterms:W3CDTF">2025-11-20T06:43:57Z</dcterms:modified>
</cp:coreProperties>
</file>