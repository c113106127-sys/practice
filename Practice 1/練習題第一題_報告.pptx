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  <p:sldId id="260" r:id="rId5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00" autoAdjust="0"/>
    <p:restoredTop sz="94660"/>
  </p:normalViewPr>
  <p:slideViewPr>
    <p:cSldViewPr snapToGrid="0">
      <p:cViewPr varScale="1">
        <p:scale>
          <a:sx n="92" d="100"/>
          <a:sy n="92" d="100"/>
        </p:scale>
        <p:origin x="106" y="17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DA5E318-A289-D49A-D161-7BDBB87E78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63802700-CB43-CC20-ABEA-FC889EB9C34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F36FB7FD-AA84-BF38-B44A-2FDF628C84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904E8E-60A2-4B31-8C21-6CF5FFA9841B}" type="datetimeFigureOut">
              <a:rPr lang="zh-TW" altLang="en-US" smtClean="0"/>
              <a:t>2025/12/3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1B743DBE-CC94-8850-0AED-FE4C5F5A82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C219E244-7BC7-D869-0AF7-949BB9BC05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AB94AE-5C4C-4169-94EF-864926C2E39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922576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687ADAE-D9B1-9744-29B7-8401BBFBA5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428592F-7E97-F50D-111B-F0DBE13647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350FB471-B684-D298-5A5F-8CEFA9306A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904E8E-60A2-4B31-8C21-6CF5FFA9841B}" type="datetimeFigureOut">
              <a:rPr lang="zh-TW" altLang="en-US" smtClean="0"/>
              <a:t>2025/12/3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D751D2B9-320A-5173-F281-6A096FA869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4C1EACF6-B2C3-B483-6E23-3429776A2E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AB94AE-5C4C-4169-94EF-864926C2E39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55017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D9EBA63-F456-DF51-9205-6842DC51E8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2050A04D-22DD-0928-50EF-52CCE5FAE1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14F841EF-50F8-C40D-29D2-A2703FFD73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904E8E-60A2-4B31-8C21-6CF5FFA9841B}" type="datetimeFigureOut">
              <a:rPr lang="zh-TW" altLang="en-US" smtClean="0"/>
              <a:t>2025/12/3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54FD400-E8AB-0748-27B1-09A6422C72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B7B94AFF-5A8A-AF3D-B5E0-F025798686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AB94AE-5C4C-4169-94EF-864926C2E39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154845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33D8228-D194-2BF4-6066-24F3A79A9E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380D49A-12A0-FDAF-D747-2B1CEE4134F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391201CE-1AF5-54BE-7EEA-EB4202B77D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57AC63DA-78DE-011C-4B5B-D7529ADEA3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904E8E-60A2-4B31-8C21-6CF5FFA9841B}" type="datetimeFigureOut">
              <a:rPr lang="zh-TW" altLang="en-US" smtClean="0"/>
              <a:t>2025/12/3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645094C0-E2AA-425F-85F9-C36E79F429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F2034D10-0234-354F-4A12-215B608A56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AB94AE-5C4C-4169-94EF-864926C2E39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96687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F18F484-927D-CEE6-2B8B-DEF582D9B8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A930199C-342C-8455-4EA3-C10FDDAD97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7181BD12-A1C2-C4CE-3B42-836913D685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2DDC9611-98E0-EC5D-D935-3090B0A437C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F400394A-2D91-BED7-6BF3-C6CA0BDD1AF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9D4CA278-3A63-859C-00D3-3607B3A9C9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904E8E-60A2-4B31-8C21-6CF5FFA9841B}" type="datetimeFigureOut">
              <a:rPr lang="zh-TW" altLang="en-US" smtClean="0"/>
              <a:t>2025/12/3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ED972F9C-9BD1-F68F-8FAA-4845F3825D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93AFBC7F-E2D7-540C-2513-5B99F70411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AB94AE-5C4C-4169-94EF-864926C2E39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642668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850D599-60AA-1826-9BD0-B2F81256F5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5D430970-CCA3-A432-AC78-2BBF345DA6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904E8E-60A2-4B31-8C21-6CF5FFA9841B}" type="datetimeFigureOut">
              <a:rPr lang="zh-TW" altLang="en-US" smtClean="0"/>
              <a:t>2025/12/3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947B4A06-CA54-C4FD-51B4-E5173E3A39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9FEBF78E-766F-8D47-3C6C-A60CD0586C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AB94AE-5C4C-4169-94EF-864926C2E39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704976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5C59A137-C53C-1324-E4ED-D00EAEF0B9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904E8E-60A2-4B31-8C21-6CF5FFA9841B}" type="datetimeFigureOut">
              <a:rPr lang="zh-TW" altLang="en-US" smtClean="0"/>
              <a:t>2025/12/3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23066869-0788-631B-CDC4-04119273E0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EBA6D2E-3033-7007-BFF9-2DAE5D135D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AB94AE-5C4C-4169-94EF-864926C2E39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449970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583B37E-5934-F420-6FA6-29AF78E959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A15D2C7-C6A2-12AF-F2BB-19F5940FC0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72ABA4D5-2E23-295B-EB3C-CFF3DDDDCD8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A641A6FB-5696-14D6-6630-0C0E005164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904E8E-60A2-4B31-8C21-6CF5FFA9841B}" type="datetimeFigureOut">
              <a:rPr lang="zh-TW" altLang="en-US" smtClean="0"/>
              <a:t>2025/12/3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58185E89-54C8-A7B5-DC22-2AF52751A0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A7930D45-655F-A5C5-B160-B279982FC1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AB94AE-5C4C-4169-94EF-864926C2E39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646773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B183083-56DD-F196-7ACC-FBB389DBD1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9D7FCDF3-FE4A-42CC-7EF1-3E6F279C97E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4465F10B-6A76-7B15-8EC0-151F8625D74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AFE8A392-EE35-28B3-4BED-3DFC2B398B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904E8E-60A2-4B31-8C21-6CF5FFA9841B}" type="datetimeFigureOut">
              <a:rPr lang="zh-TW" altLang="en-US" smtClean="0"/>
              <a:t>2025/12/3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10AA9AC8-2502-90F1-DB03-BDFE01A1E4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6869D028-627B-55DF-5DD2-AE5649E645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AB94AE-5C4C-4169-94EF-864926C2E39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68493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814DDF0-BB56-A571-E19C-463D36334F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E8EAC1A7-A805-91C5-FF32-821E8200BBE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F044AC55-B52A-80EF-83D3-18E4465F3A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904E8E-60A2-4B31-8C21-6CF5FFA9841B}" type="datetimeFigureOut">
              <a:rPr lang="zh-TW" altLang="en-US" smtClean="0"/>
              <a:t>2025/12/3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B457D4F4-871E-99A6-46D5-81474CC3E1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7F299D99-51A5-8A07-2849-00FAA9A8E4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AB94AE-5C4C-4169-94EF-864926C2E39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259476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00387459-4159-0752-5C09-256CB04A001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BE4D695F-7B77-7152-1339-1711D7B4EE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5D0C3360-B693-08D4-59FA-9B54933608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904E8E-60A2-4B31-8C21-6CF5FFA9841B}" type="datetimeFigureOut">
              <a:rPr lang="zh-TW" altLang="en-US" smtClean="0"/>
              <a:t>2025/12/3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A865CC74-2DCB-ED0D-EB49-97ED4DFCFC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21E22B6A-FF83-EAE5-940A-5F48D16824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AB94AE-5C4C-4169-94EF-864926C2E39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31898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08A24A93-3501-5084-63C8-B70FC6D49A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B03318A8-4630-20FA-5B89-5904F4C41E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1219B365-2657-9031-3972-3057FA687D8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8904E8E-60A2-4B31-8C21-6CF5FFA9841B}" type="datetimeFigureOut">
              <a:rPr lang="zh-TW" altLang="en-US" smtClean="0"/>
              <a:t>2025/12/3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A32E1489-3E1C-80CC-7F33-04C7E0F8AE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84077F90-325A-6485-3E32-025FB55F896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CAB94AE-5C4C-4169-94EF-864926C2E39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528925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>
            <a:extLst>
              <a:ext uri="{FF2B5EF4-FFF2-40B4-BE49-F238E27FC236}">
                <a16:creationId xmlns:a16="http://schemas.microsoft.com/office/drawing/2014/main" id="{E0EAB671-9D2B-9ECE-19A9-37A0EC449F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0233" y="0"/>
            <a:ext cx="997153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63267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>
            <a:extLst>
              <a:ext uri="{FF2B5EF4-FFF2-40B4-BE49-F238E27FC236}">
                <a16:creationId xmlns:a16="http://schemas.microsoft.com/office/drawing/2014/main" id="{DE1F2CCB-E9FD-3132-F526-B3457F65A1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49228"/>
            <a:ext cx="12192000" cy="5159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25364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>
            <a:extLst>
              <a:ext uri="{FF2B5EF4-FFF2-40B4-BE49-F238E27FC236}">
                <a16:creationId xmlns:a16="http://schemas.microsoft.com/office/drawing/2014/main" id="{579E73BA-9C7E-E12A-3428-FD733D9CBC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11178"/>
            <a:ext cx="12192000" cy="60356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86472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4B775464-7123-F440-D724-5A662B4F61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477"/>
          <a:stretch/>
        </p:blipFill>
        <p:spPr>
          <a:xfrm>
            <a:off x="90055" y="108707"/>
            <a:ext cx="12011890" cy="2550726"/>
          </a:xfrm>
          <a:prstGeom prst="rect">
            <a:avLst/>
          </a:prstGeom>
        </p:spPr>
      </p:pic>
      <p:sp>
        <p:nvSpPr>
          <p:cNvPr id="7" name="文字方塊 6">
            <a:extLst>
              <a:ext uri="{FF2B5EF4-FFF2-40B4-BE49-F238E27FC236}">
                <a16:creationId xmlns:a16="http://schemas.microsoft.com/office/drawing/2014/main" id="{3949A638-0CDB-E6AD-CAE5-9777C32B2ACA}"/>
              </a:ext>
            </a:extLst>
          </p:cNvPr>
          <p:cNvSpPr txBox="1"/>
          <p:nvPr/>
        </p:nvSpPr>
        <p:spPr>
          <a:xfrm>
            <a:off x="390698" y="3067396"/>
            <a:ext cx="8778240" cy="17101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dirty="0"/>
              <a:t>當</a:t>
            </a:r>
            <a:r>
              <a:rPr lang="en-US" altLang="zh-TW" dirty="0" err="1"/>
              <a:t>rst_p</a:t>
            </a:r>
            <a:r>
              <a:rPr lang="zh-TW" altLang="en-US" dirty="0"/>
              <a:t>為</a:t>
            </a:r>
            <a:r>
              <a:rPr lang="en-US" altLang="zh-TW" dirty="0"/>
              <a:t>1</a:t>
            </a:r>
            <a:r>
              <a:rPr lang="zh-TW" altLang="en-US" dirty="0"/>
              <a:t>時，將</a:t>
            </a:r>
            <a:r>
              <a:rPr lang="en-US" altLang="zh-TW" dirty="0" err="1"/>
              <a:t>up_cnt</a:t>
            </a:r>
            <a:r>
              <a:rPr lang="zh-TW" altLang="en-US" dirty="0"/>
              <a:t>重置為</a:t>
            </a:r>
            <a:r>
              <a:rPr lang="en-US" altLang="zh-TW" dirty="0"/>
              <a:t>0</a:t>
            </a:r>
            <a:r>
              <a:rPr lang="zh-TW" altLang="en-US" dirty="0"/>
              <a:t>，</a:t>
            </a:r>
            <a:r>
              <a:rPr lang="en-US" altLang="zh-TW" dirty="0" err="1"/>
              <a:t>down_cnt</a:t>
            </a:r>
            <a:r>
              <a:rPr lang="zh-TW" altLang="en-US" dirty="0"/>
              <a:t>重置為</a:t>
            </a:r>
            <a:r>
              <a:rPr lang="en-US" altLang="zh-TW" dirty="0"/>
              <a:t>9</a:t>
            </a:r>
          </a:p>
          <a:p>
            <a:pPr>
              <a:lnSpc>
                <a:spcPct val="150000"/>
              </a:lnSpc>
            </a:pPr>
            <a:r>
              <a:rPr lang="zh-TW" altLang="en-US" dirty="0"/>
              <a:t>當</a:t>
            </a:r>
            <a:r>
              <a:rPr lang="en-US" altLang="zh-TW" dirty="0"/>
              <a:t>enable</a:t>
            </a:r>
            <a:r>
              <a:rPr lang="zh-TW" altLang="en-US" dirty="0"/>
              <a:t>為</a:t>
            </a:r>
            <a:r>
              <a:rPr lang="en-US" altLang="zh-TW" dirty="0"/>
              <a:t>1</a:t>
            </a:r>
            <a:r>
              <a:rPr lang="zh-TW" altLang="en-US" dirty="0"/>
              <a:t>時開始計數</a:t>
            </a:r>
            <a:r>
              <a:rPr lang="en-US" altLang="zh-TW" dirty="0"/>
              <a:t>:</a:t>
            </a:r>
          </a:p>
          <a:p>
            <a:pPr lvl="1">
              <a:lnSpc>
                <a:spcPct val="150000"/>
              </a:lnSpc>
            </a:pPr>
            <a:r>
              <a:rPr lang="en-US" altLang="zh-TW" dirty="0" err="1"/>
              <a:t>up_cnt</a:t>
            </a:r>
            <a:r>
              <a:rPr lang="zh-TW" altLang="en-US" dirty="0"/>
              <a:t>從</a:t>
            </a:r>
            <a:r>
              <a:rPr lang="en-US" altLang="zh-TW" dirty="0"/>
              <a:t>0 </a:t>
            </a:r>
            <a:r>
              <a:rPr lang="zh-TW" altLang="en-US" dirty="0"/>
              <a:t>數到 </a:t>
            </a:r>
            <a:r>
              <a:rPr lang="en-US" altLang="zh-TW" dirty="0"/>
              <a:t>9</a:t>
            </a:r>
            <a:r>
              <a:rPr lang="zh-TW" altLang="en-US" dirty="0"/>
              <a:t>，然後跳回 </a:t>
            </a:r>
            <a:r>
              <a:rPr lang="en-US" altLang="zh-TW" dirty="0"/>
              <a:t>0 </a:t>
            </a:r>
            <a:r>
              <a:rPr lang="zh-TW" altLang="en-US" dirty="0"/>
              <a:t>重複循環</a:t>
            </a:r>
            <a:endParaRPr lang="en-US" altLang="zh-TW" dirty="0"/>
          </a:p>
          <a:p>
            <a:pPr lvl="1">
              <a:lnSpc>
                <a:spcPct val="150000"/>
              </a:lnSpc>
            </a:pPr>
            <a:r>
              <a:rPr lang="en-US" altLang="zh-TW" dirty="0" err="1"/>
              <a:t>down_cnt</a:t>
            </a:r>
            <a:r>
              <a:rPr lang="zh-TW" altLang="en-US" dirty="0"/>
              <a:t>從 </a:t>
            </a:r>
            <a:r>
              <a:rPr lang="en-US" altLang="zh-TW" dirty="0"/>
              <a:t>9 </a:t>
            </a:r>
            <a:r>
              <a:rPr lang="zh-TW" altLang="en-US" dirty="0"/>
              <a:t>倒數到 </a:t>
            </a:r>
            <a:r>
              <a:rPr lang="en-US" altLang="zh-TW" dirty="0"/>
              <a:t>0</a:t>
            </a:r>
            <a:r>
              <a:rPr lang="zh-TW" altLang="en-US" dirty="0"/>
              <a:t>，然後跳回 </a:t>
            </a:r>
            <a:r>
              <a:rPr lang="en-US" altLang="zh-TW" dirty="0"/>
              <a:t>9 </a:t>
            </a:r>
            <a:r>
              <a:rPr lang="zh-TW" altLang="en-US" dirty="0"/>
              <a:t>重複循環</a:t>
            </a:r>
          </a:p>
        </p:txBody>
      </p:sp>
    </p:spTree>
    <p:extLst>
      <p:ext uri="{BB962C8B-B14F-4D97-AF65-F5344CB8AC3E}">
        <p14:creationId xmlns:p14="http://schemas.microsoft.com/office/powerpoint/2010/main" val="23408958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967</TotalTime>
  <Words>62</Words>
  <Application>Microsoft Office PowerPoint</Application>
  <PresentationFormat>寬螢幕</PresentationFormat>
  <Paragraphs>4</Paragraphs>
  <Slides>4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4</vt:i4>
      </vt:variant>
    </vt:vector>
  </HeadingPairs>
  <TitlesOfParts>
    <vt:vector size="8" baseType="lpstr">
      <vt:lpstr>Arial</vt:lpstr>
      <vt:lpstr>Calibri</vt:lpstr>
      <vt:lpstr>Calibri Light</vt:lpstr>
      <vt:lpstr>Office 佈景主題</vt:lpstr>
      <vt:lpstr>PowerPoint 簡報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雞排 五香</dc:creator>
  <cp:lastModifiedBy>雞排 五香</cp:lastModifiedBy>
  <cp:revision>6</cp:revision>
  <dcterms:created xsi:type="dcterms:W3CDTF">2025-11-19T12:35:50Z</dcterms:created>
  <dcterms:modified xsi:type="dcterms:W3CDTF">2025-12-03T11:18:18Z</dcterms:modified>
</cp:coreProperties>
</file>