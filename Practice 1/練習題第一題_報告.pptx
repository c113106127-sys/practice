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6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A5E318-A289-D49A-D161-7BDBB87E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3802700-CB43-CC20-ABEA-FC889EB9C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FB7FD-AA84-BF38-B44A-2FDF628C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743DBE-CC94-8850-0AED-FE4C5F5A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9E244-7BC7-D869-0AF7-949BB9BC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25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87ADAE-D9B1-9744-29B7-8401BBF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28592F-7E97-F50D-111B-F0DBE136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0FB471-B684-D298-5A5F-8CEFA9306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51D2B9-320A-5173-F281-6A096FA86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1EACF6-B2C3-B483-6E23-3429776A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5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9EBA63-F456-DF51-9205-6842DC51E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050A04D-22DD-0928-50EF-52CCE5FAE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F841EF-50F8-C40D-29D2-A2703FFD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4FD400-E8AB-0748-27B1-09A6422C7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B94AFF-5A8A-AF3D-B5E0-F0257986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484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D8228-D194-2BF4-6066-24F3A79A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80D49A-12A0-FDAF-D747-2B1CEE4134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1201CE-1AF5-54BE-7EEA-EB4202B77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AC63DA-78DE-011C-4B5B-D7529ADE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5094C0-E2AA-425F-85F9-C36E79F4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2034D10-0234-354F-4A12-215B608A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687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8F484-927D-CEE6-2B8B-DEF582D9B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930199C-342C-8455-4EA3-C10FDDAD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181BD12-A1C2-C4CE-3B42-836913D68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DDC9611-98E0-EC5D-D935-3090B0A43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00394A-2D91-BED7-6BF3-C6CA0BDD1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D4CA278-3A63-859C-00D3-3607B3A9C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D972F9C-9BD1-F68F-8FAA-4845F382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3AFBC7F-E2D7-540C-2513-5B99F7041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26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0D599-60AA-1826-9BD0-B2F81256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D430970-CCA3-A432-AC78-2BBF345DA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47B4A06-CA54-C4FD-51B4-E5173E3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EBF78E-766F-8D47-3C6C-A60CD058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497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C59A137-C53C-1324-E4ED-D00EAEF0B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3066869-0788-631B-CDC4-04119273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A6D2E-3033-7007-BFF9-2DAE5D13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99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83B37E-5934-F420-6FA6-29AF78E9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15D2C7-C6A2-12AF-F2BB-19F5940FC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ABA4D5-2E23-295B-EB3C-CFF3DDDD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41A6FB-5696-14D6-6630-0C0E0051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8185E89-54C8-A7B5-DC22-2AF52751A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7930D45-655F-A5C5-B160-B279982FC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677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83083-56DD-F196-7ACC-FBB389DB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D7FCDF3-FE4A-42CC-7EF1-3E6F279C97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65F10B-6A76-7B15-8EC0-151F8625D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E8A392-EE35-28B3-4BED-3DFC2B398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0AA9AC8-2502-90F1-DB03-BDFE01A1E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869D028-627B-55DF-5DD2-AE5649E64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49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4DDF0-BB56-A571-E19C-463D363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8EAC1A7-A805-91C5-FF32-821E8200B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44AC55-B52A-80EF-83D3-18E4465F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57D4F4-871E-99A6-46D5-81474CC3E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299D99-51A5-8A07-2849-00FAA9A8E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0387459-4159-0752-5C09-256CB04A0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4D695F-7B77-7152-1339-1711D7B4E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0C3360-B693-08D4-59FA-9B5493360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65CC74-2DCB-ED0D-EB49-97ED4DFC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E22B6A-FF83-EAE5-940A-5F48D168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18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A24A93-3501-5084-63C8-B70FC6D49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3318A8-4630-20FA-5B89-5904F4C4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19B365-2657-9031-3972-3057FA68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04E8E-60A2-4B31-8C21-6CF5FFA9841B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2E1489-3E1C-80CC-7F33-04C7E0F8A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077F90-325A-6485-3E32-025FB55F89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289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F3783736-44FE-F9A2-E793-14EBE4966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2602"/>
            <a:ext cx="12192000" cy="471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326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E1F2CCB-E9FD-3132-F526-B3457F65A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9228"/>
            <a:ext cx="12192000" cy="515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536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79E73BA-9C7E-E12A-3428-FD733D9CB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178"/>
            <a:ext cx="12192000" cy="603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647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895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0</Words>
  <Application>Microsoft Office PowerPoint</Application>
  <PresentationFormat>寬螢幕</PresentationFormat>
  <Paragraphs>0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雞排 五香</dc:creator>
  <cp:lastModifiedBy>雞排 五香</cp:lastModifiedBy>
  <cp:revision>4</cp:revision>
  <dcterms:created xsi:type="dcterms:W3CDTF">2025-11-19T12:35:50Z</dcterms:created>
  <dcterms:modified xsi:type="dcterms:W3CDTF">2025-11-24T14:43:42Z</dcterms:modified>
</cp:coreProperties>
</file>